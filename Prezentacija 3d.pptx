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43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jS9erpWFwqo" TargetMode="Externa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2927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3D Animacija Vožnje Automobila u Low-Poly Stilu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94038"/>
            <a:ext cx="6296860" cy="163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Ivan Bakša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 prof. dr. sc. Domagoj Ševerdija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Primjena parametarskih krivulja, hijerarhijskih struktura i animacijskih ograničenja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941590"/>
            <a:ext cx="2029270" cy="287139"/>
          </a:xfrm>
          <a:prstGeom prst="roundRect">
            <a:avLst>
              <a:gd name="adj" fmla="val 22118"/>
            </a:avLst>
          </a:prstGeom>
          <a:solidFill>
            <a:srgbClr val="0A004D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998244"/>
            <a:ext cx="241204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RAČUNALNA GRAFIKA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4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Cilj i Koncept Projekta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77055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Vizualni stil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254845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Low-Poly estetika s naglašenim </a:t>
            </a:r>
            <a:r>
              <a:rPr lang="en-US" sz="1450" b="1" kern="0" spc="-3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Flat Shadingom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stilizirana animacija vožnje automobila duž proceduralno generirane staze.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3653532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Tehnički fokus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4137819"/>
            <a:ext cx="3504219" cy="194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Parametarsko modeliranje ceste pomoću Bézier krivulja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Automatizacija gibanja kroz 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Path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ograničenja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Hijerarhijska organizacija scene (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Parenting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E1761-84BA-4E7C-B5C3-C1A59A9D36B6}"/>
              </a:ext>
            </a:extLst>
          </p:cNvPr>
          <p:cNvSpPr/>
          <p:nvPr/>
        </p:nvSpPr>
        <p:spPr>
          <a:xfrm>
            <a:off x="11061577" y="6533965"/>
            <a:ext cx="1047565" cy="2952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10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3D Modeliranje Scene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4974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Automobil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Modeling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tehnika uz 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 Modifier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za savršenu simetriju. Zasebni cilindrični kotači s uvučenim naplatcima (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Inset &amp; Extrude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135" y="274974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Cesta i rubnjaci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86715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Poprečni profil ceste generiran duž Bézier krivulje pomoću 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Array + Curve Modifiera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274974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Okoliš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6715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Niskopoligonalna stabla (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Icosphere + Cylinder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 zgrade s udubljenim prozorima.</a:t>
            </a:r>
            <a:endParaRPr lang="en-US" sz="14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EC04F7-2139-49D7-B050-0ACD08DB5D02}"/>
              </a:ext>
            </a:extLst>
          </p:cNvPr>
          <p:cNvSpPr/>
          <p:nvPr/>
        </p:nvSpPr>
        <p:spPr>
          <a:xfrm>
            <a:off x="11061577" y="6533965"/>
            <a:ext cx="1047565" cy="2952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2095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Sustav Animacije i Kretanja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1392734"/>
            <a:ext cx="629686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Ključni dio projekta — automatizacija gibanja automobila duž proceduralne staze.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148880"/>
            <a:ext cx="6296860" cy="1076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8549" y="2354362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Glavni kontroler (Empty)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68549" y="2738834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Pomoćni objekt na vrhu hijerarhije koji nosi gibanje cijele scene.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397448"/>
            <a:ext cx="6296860" cy="1358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8549" y="36029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Follow Path Constraint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8549" y="39874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Povezan s Bézier krivuljom uz </a:t>
            </a:r>
            <a:r>
              <a:rPr lang="en-US" sz="1400" i="1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Curve</a:t>
            </a: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automatski izračun tangenta za rotaciju u zavojevima.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27501"/>
            <a:ext cx="6296860" cy="13584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8549" y="51329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Parenting struktura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968549" y="55174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Automobil i kamera podređeni su </a:t>
            </a:r>
            <a:r>
              <a:rPr lang="en-US" sz="1400" i="1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Empty</a:t>
            </a: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objektu i prate putanju bez deformacije geometrije.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1101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Kamera, Osvjetljenje i Render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724918"/>
            <a:ext cx="3518308" cy="1388963"/>
          </a:xfrm>
          <a:prstGeom prst="roundRect">
            <a:avLst>
              <a:gd name="adj" fmla="val 5448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7902" y="1911350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Kamera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7902" y="2364482"/>
            <a:ext cx="314545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Žarišna duljina 50 mm, dinamično kadriranje — stražnji i polubočni profil.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3285530"/>
            <a:ext cx="3518308" cy="1388963"/>
          </a:xfrm>
          <a:prstGeom prst="roundRect">
            <a:avLst>
              <a:gd name="adj" fmla="val 5448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902" y="3471962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Rasvjeta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47902" y="3925094"/>
            <a:ext cx="314545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Usmjereno sunčevo svjetlo (</a:t>
            </a:r>
            <a:r>
              <a:rPr lang="en-US" sz="1400" i="1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 Light</a:t>
            </a: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s oštrim, dugačkim sjenama.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4846141"/>
            <a:ext cx="3518308" cy="1107480"/>
          </a:xfrm>
          <a:prstGeom prst="roundRect">
            <a:avLst>
              <a:gd name="adj" fmla="val 6832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7902" y="5032573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Render Engine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47902" y="5485705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Eevee — real-time rasterizacija.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661" y="1765995"/>
            <a:ext cx="6910810" cy="41465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107C5F-483D-4129-8270-F846D142849C}"/>
              </a:ext>
            </a:extLst>
          </p:cNvPr>
          <p:cNvSpPr/>
          <p:nvPr/>
        </p:nvSpPr>
        <p:spPr>
          <a:xfrm>
            <a:off x="11061577" y="6533965"/>
            <a:ext cx="1047565" cy="2952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0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Render Parametri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53245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1920×1080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01317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Rezolucija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2185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HD format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215324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300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301317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Frameova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42185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Ukupni broj slika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196755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505668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FPS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546536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Sličica po sekundi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419675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10s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505668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Trajanje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546536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Konačna animacija</a:t>
            </a:r>
            <a:endParaRPr lang="en-US" sz="14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BF91FA-AAB5-450B-A908-A00059B53A75}"/>
              </a:ext>
            </a:extLst>
          </p:cNvPr>
          <p:cNvSpPr/>
          <p:nvPr/>
        </p:nvSpPr>
        <p:spPr>
          <a:xfrm>
            <a:off x="11061577" y="6533965"/>
            <a:ext cx="1047565" cy="2952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962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Ključni Izazovi i Rješenja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8703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2365" y="19057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75723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Deformacija karoserije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343944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Riješeno korištenjem 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Path Constrainta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Empty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umjesto deformacijskog modifikatora — bez uvijanja geometrije.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2365" y="336222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Praćenje kamere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275723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Vezanje kamere na isti roditeljski čvor (</a:t>
            </a:r>
            <a:r>
              <a:rPr lang="en-US" sz="1450" i="1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</a:t>
            </a: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radi stabilnog kadra bez trzanja.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7832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2365" y="481865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75723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Proračun vremena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275723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Usklađen odnos frameova i FPS-a za točno trajanje videozapisa od 10 sekundi.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84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Zaključak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590973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Demonstrirane vještine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075259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Primjena matematičkih krivulja i hijerarhija u računalnoj grafici — od modeliranja do finalnog rendera.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3171527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Modularnost sustava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3655814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Sustav omogućuje jednostavnu promjenu geometrije staze bez ponovnog animiranja.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32251" y="4775696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11008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258" y="5062438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46499" y="4992985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Poveznica na video: </a:t>
            </a:r>
            <a:r>
              <a:rPr lang="en-US" sz="1450" b="1" u="sng" kern="0" spc="-30" dirty="0">
                <a:solidFill>
                  <a:srgbClr val="7B6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https://youtu.be/jS9erpWFwqo</a:t>
            </a:r>
            <a:endParaRPr lang="en-US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38946-0A5C-4288-ABF1-278A00F2AD5C}"/>
              </a:ext>
            </a:extLst>
          </p:cNvPr>
          <p:cNvSpPr/>
          <p:nvPr/>
        </p:nvSpPr>
        <p:spPr>
          <a:xfrm>
            <a:off x="11061577" y="6533965"/>
            <a:ext cx="1047565" cy="2952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728416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Hvala na pažnji!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7B66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365</Words>
  <Application>Microsoft Office PowerPoint</Application>
  <PresentationFormat>Widescreen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Ivan</dc:creator>
  <cp:lastModifiedBy>ivan.baksa999@gmail.com</cp:lastModifiedBy>
  <cp:revision>2</cp:revision>
  <dcterms:created xsi:type="dcterms:W3CDTF">2026-09-19T12:42:57Z</dcterms:created>
  <dcterms:modified xsi:type="dcterms:W3CDTF">2026-09-19T12:46:26Z</dcterms:modified>
</cp:coreProperties>
</file>